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233FC9-B19B-4656-B95A-E6DD9D2FC13D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F4E5A2-6902-40B7-8DF5-3AE762003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194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dataset was highly inconsistent and required extensive cleaning before analysis.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F4E5A2-6902-40B7-8DF5-3AE7620034D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7919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4C134-1EDB-4B8B-98D2-079BEBF6AD99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D697B-C7A9-4B42-94C9-6A7D877F1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368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4C134-1EDB-4B8B-98D2-079BEBF6AD99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D697B-C7A9-4B42-94C9-6A7D877F1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016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4C134-1EDB-4B8B-98D2-079BEBF6AD99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D697B-C7A9-4B42-94C9-6A7D877F1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761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4C134-1EDB-4B8B-98D2-079BEBF6AD99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D697B-C7A9-4B42-94C9-6A7D877F1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052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4C134-1EDB-4B8B-98D2-079BEBF6AD99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D697B-C7A9-4B42-94C9-6A7D877F1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521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4C134-1EDB-4B8B-98D2-079BEBF6AD99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D697B-C7A9-4B42-94C9-6A7D877F1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986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4C134-1EDB-4B8B-98D2-079BEBF6AD99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D697B-C7A9-4B42-94C9-6A7D877F1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907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4C134-1EDB-4B8B-98D2-079BEBF6AD99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D697B-C7A9-4B42-94C9-6A7D877F1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057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4C134-1EDB-4B8B-98D2-079BEBF6AD99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D697B-C7A9-4B42-94C9-6A7D877F1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555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4C134-1EDB-4B8B-98D2-079BEBF6AD99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D697B-C7A9-4B42-94C9-6A7D877F1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958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4C134-1EDB-4B8B-98D2-079BEBF6AD99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D697B-C7A9-4B42-94C9-6A7D877F1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8284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4C134-1EDB-4B8B-98D2-079BEBF6AD99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D697B-C7A9-4B42-94C9-6A7D877F1B4B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282754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4C134-1EDB-4B8B-98D2-079BEBF6AD99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D697B-C7A9-4B42-94C9-6A7D877F1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1694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4C134-1EDB-4B8B-98D2-079BEBF6AD99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D697B-C7A9-4B42-94C9-6A7D877F1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942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4C134-1EDB-4B8B-98D2-079BEBF6AD99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D697B-C7A9-4B42-94C9-6A7D877F1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7132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4C134-1EDB-4B8B-98D2-079BEBF6AD99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D697B-C7A9-4B42-94C9-6A7D877F1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6052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4C134-1EDB-4B8B-98D2-079BEBF6AD99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D697B-C7A9-4B42-94C9-6A7D877F1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045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2B64C134-1EDB-4B8B-98D2-079BEBF6AD99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D697B-C7A9-4B42-94C9-6A7D877F1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9957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CB159-C22B-036D-FD2F-358FB25B76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Tembo Hotel Business Analytics Report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9E265C-1E74-C156-2F7B-2AE5944527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450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A1F0F-0F2A-F8D7-2A7D-C19DC3521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4754"/>
            <a:ext cx="11081657" cy="1325563"/>
          </a:xfrm>
        </p:spPr>
        <p:txBody>
          <a:bodyPr/>
          <a:lstStyle/>
          <a:p>
            <a:r>
              <a:rPr lang="en-US" b="1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BBA1E4-564D-E4E0-48BB-80B98C072A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175657"/>
            <a:ext cx="11941629" cy="54646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100" b="1" dirty="0"/>
              <a:t>Group Members </a:t>
            </a:r>
          </a:p>
          <a:p>
            <a:r>
              <a:rPr lang="en-US" sz="2100" dirty="0"/>
              <a:t>Caleb	</a:t>
            </a:r>
          </a:p>
          <a:p>
            <a:r>
              <a:rPr lang="en-US" sz="2100" dirty="0"/>
              <a:t>Linda	</a:t>
            </a:r>
          </a:p>
          <a:p>
            <a:r>
              <a:rPr lang="en-US" sz="2100" dirty="0"/>
              <a:t>Susan	</a:t>
            </a:r>
          </a:p>
          <a:p>
            <a:r>
              <a:rPr lang="en-US" sz="2100" dirty="0"/>
              <a:t>Darre</a:t>
            </a:r>
          </a:p>
          <a:p>
            <a:r>
              <a:rPr lang="en-US" sz="2100" dirty="0"/>
              <a:t>Michel</a:t>
            </a:r>
          </a:p>
          <a:p>
            <a:pPr marL="0" indent="0">
              <a:buNone/>
            </a:pPr>
            <a:r>
              <a:rPr lang="en-US" sz="2100" b="1" dirty="0"/>
              <a:t>Business Problem</a:t>
            </a:r>
          </a:p>
          <a:p>
            <a:r>
              <a:rPr lang="en-US" sz="2100" dirty="0"/>
              <a:t>The hotel management needed help understanding revenue trends, occupancy performance, staff productivity, and guest satisfaction using data analytics.</a:t>
            </a:r>
          </a:p>
          <a:p>
            <a:pPr marL="0" indent="0">
              <a:buNone/>
            </a:pPr>
            <a:r>
              <a:rPr lang="en-US" sz="2100" b="1" dirty="0"/>
              <a:t>Objective</a:t>
            </a:r>
          </a:p>
          <a:p>
            <a:r>
              <a:rPr lang="en-US" sz="2100" dirty="0"/>
              <a:t>Our goal was to clean the hotel data, analyze it using PostgreSQL, and build interactive Power BI dashboards for business decision-making.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6957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5E67D-77F2-22E1-ED5B-09FFD2FF0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9CE02-1E66-522A-9144-46269E786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72" y="147411"/>
            <a:ext cx="12006942" cy="1325563"/>
          </a:xfrm>
        </p:spPr>
        <p:txBody>
          <a:bodyPr/>
          <a:lstStyle/>
          <a:p>
            <a:r>
              <a:rPr lang="en-US" b="1" dirty="0"/>
              <a:t>Data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BCA9C7-BF6A-A3B1-FFC1-269F7C8957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84514"/>
            <a:ext cx="12006942" cy="4892449"/>
          </a:xfrm>
        </p:spPr>
        <p:txBody>
          <a:bodyPr/>
          <a:lstStyle/>
          <a:p>
            <a:r>
              <a:rPr lang="en-US" sz="2400" dirty="0"/>
              <a:t>The Tembo hotel dataset had booking id, guest information, staff information and Revenue.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Problems Found in the Data</a:t>
            </a:r>
          </a:p>
          <a:p>
            <a:r>
              <a:rPr lang="en-US" sz="2400" dirty="0"/>
              <a:t>Duplicate records </a:t>
            </a:r>
            <a:r>
              <a:rPr lang="en-US" sz="2400" dirty="0" err="1"/>
              <a:t>eg</a:t>
            </a:r>
            <a:r>
              <a:rPr lang="en-US" sz="2400" dirty="0"/>
              <a:t> BKOOO6</a:t>
            </a:r>
          </a:p>
          <a:p>
            <a:r>
              <a:rPr lang="en-US" sz="2400" dirty="0"/>
              <a:t>Wrong text case</a:t>
            </a:r>
          </a:p>
          <a:p>
            <a:r>
              <a:rPr lang="en-US" sz="2400" dirty="0"/>
              <a:t>Inconsistent payment method</a:t>
            </a:r>
          </a:p>
          <a:p>
            <a:r>
              <a:rPr lang="en-US" sz="2400" dirty="0"/>
              <a:t>Wrong phone formats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782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A8336-778A-DD24-4F5D-234ED7929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177CE-E3AC-99DB-BE8E-DFF453BBC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66CA1-5E45-5C3E-E41E-710B97BC1B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44625"/>
            <a:ext cx="11952514" cy="5622954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sz="1600" b="1" dirty="0"/>
              <a:t>Standardizing Names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    </a:t>
            </a:r>
          </a:p>
          <a:p>
            <a:pPr marL="0" indent="0">
              <a:buNone/>
            </a:pPr>
            <a:r>
              <a:rPr lang="en-US" sz="1600" b="1" dirty="0"/>
              <a:t>2. Trim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3. </a:t>
            </a:r>
            <a:r>
              <a:rPr lang="en-US" sz="1600" b="1" dirty="0"/>
              <a:t>Deleting duplicates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9E24D9-8BBF-C9AC-EEC2-249CEE8AB3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485" y="5286084"/>
            <a:ext cx="5893103" cy="14005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679AC1C-64B9-1C94-E2BB-C669FD8DB1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897" y="3292460"/>
            <a:ext cx="3051932" cy="10400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DE7297A-D9B1-FF72-C408-49EFAB3933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485" y="1932429"/>
            <a:ext cx="4190233" cy="721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8958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48E82-1FDC-A26F-C079-48BAD6BBF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1CE3D-02B4-3B32-9145-F57BB0F99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C60BF-5BC2-786D-9705-3518EAA885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Which Rooms Make the Most Money?</a:t>
            </a:r>
          </a:p>
          <a:p>
            <a:r>
              <a:rPr lang="en-US" dirty="0"/>
              <a:t>Deluxe and Suite rooms generated the highest revenue.</a:t>
            </a:r>
          </a:p>
          <a:p>
            <a:pPr marL="0" indent="0">
              <a:buNone/>
            </a:pPr>
            <a:r>
              <a:rPr lang="en-US" b="1" dirty="0"/>
              <a:t>Which Months Are Busiest?</a:t>
            </a:r>
          </a:p>
          <a:p>
            <a:r>
              <a:rPr lang="en-US" dirty="0"/>
              <a:t>December and July had the highest number of bookings, showing peak travel seasons.</a:t>
            </a:r>
          </a:p>
          <a:p>
            <a:pPr marL="0" indent="0">
              <a:buNone/>
            </a:pPr>
            <a:r>
              <a:rPr lang="en-US" b="1" dirty="0"/>
              <a:t>Staff performance- </a:t>
            </a:r>
            <a:r>
              <a:rPr lang="en-US" dirty="0"/>
              <a:t>Kelvin followed by Moses</a:t>
            </a:r>
          </a:p>
          <a:p>
            <a:pPr marL="0" indent="0">
              <a:buNone/>
            </a:pPr>
            <a:r>
              <a:rPr lang="en-US" b="1" dirty="0"/>
              <a:t>If guests are happy </a:t>
            </a:r>
            <a:r>
              <a:rPr lang="en-US" dirty="0"/>
              <a:t>Average rating of 3</a:t>
            </a:r>
          </a:p>
          <a:p>
            <a:pPr marL="0" indent="0">
              <a:buNone/>
            </a:pPr>
            <a:r>
              <a:rPr lang="en-US" dirty="0"/>
              <a:t>Most guests reported positive experiences, indicating strong service quality.</a:t>
            </a:r>
          </a:p>
        </p:txBody>
      </p:sp>
    </p:spTree>
    <p:extLst>
      <p:ext uri="{BB962C8B-B14F-4D97-AF65-F5344CB8AC3E}">
        <p14:creationId xmlns:p14="http://schemas.microsoft.com/office/powerpoint/2010/main" val="3571959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03CAC-24F4-1B91-A401-065B6BC3E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DF253-789B-585F-D73E-0D258DBA5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Recommendation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43F81-C25C-8CC9-F27B-A72F92E1A1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Increase marketing for Deluxe and Suite rooms since they generate the highest revenue.</a:t>
            </a:r>
          </a:p>
          <a:p>
            <a:r>
              <a:rPr lang="en-US" dirty="0"/>
              <a:t>Prepare additional staff during peak months such as December and July.</a:t>
            </a:r>
          </a:p>
          <a:p>
            <a:r>
              <a:rPr lang="en-US" dirty="0"/>
              <a:t>Have clear and correct banking details since bank transfers are most used</a:t>
            </a:r>
          </a:p>
        </p:txBody>
      </p:sp>
    </p:spTree>
    <p:extLst>
      <p:ext uri="{BB962C8B-B14F-4D97-AF65-F5344CB8AC3E}">
        <p14:creationId xmlns:p14="http://schemas.microsoft.com/office/powerpoint/2010/main" val="324588661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180</TotalTime>
  <Words>225</Words>
  <Application>Microsoft Office PowerPoint</Application>
  <PresentationFormat>Widescreen</PresentationFormat>
  <Paragraphs>44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Calibri</vt:lpstr>
      <vt:lpstr>Century Gothic</vt:lpstr>
      <vt:lpstr>Wingdings 3</vt:lpstr>
      <vt:lpstr>Ion</vt:lpstr>
      <vt:lpstr>Tembo Hotel Business Analytics Report</vt:lpstr>
      <vt:lpstr>Introduction</vt:lpstr>
      <vt:lpstr>Data </vt:lpstr>
      <vt:lpstr>Data cleaning</vt:lpstr>
      <vt:lpstr>PowerPoint Presentation</vt:lpstr>
      <vt:lpstr>Recommendation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Lindah Nelima</dc:creator>
  <cp:lastModifiedBy>Lindah Nelima</cp:lastModifiedBy>
  <cp:revision>2</cp:revision>
  <dcterms:created xsi:type="dcterms:W3CDTF">2026-04-30T17:23:04Z</dcterms:created>
  <dcterms:modified xsi:type="dcterms:W3CDTF">2026-04-30T20:23:43Z</dcterms:modified>
</cp:coreProperties>
</file>